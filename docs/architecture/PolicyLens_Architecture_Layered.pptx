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49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demo PDFs +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234440" y="73152"/>
            <a:ext cx="9326880" cy="1051560"/>
          </a:xfrm>
          <a:prstGeom prst="roundRect">
            <a:avLst>
              <a:gd name="adj" fmla="val 10435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234440" y="9144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UI &amp; API Gateway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4630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39319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848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0848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agent status,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logs &amp; analytics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4348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9319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566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566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for all services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74066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93192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284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80284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ingestion pipeline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73152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52760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answers,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49808" y="411480"/>
            <a:ext cx="43891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21" name="Shape 14"/>
          <p:cNvSpPr/>
          <p:nvPr/>
        </p:nvSpPr>
        <p:spPr>
          <a:xfrm>
            <a:off x="10561320" y="411480"/>
            <a:ext cx="25603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1143000"/>
            <a:ext cx="18288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37160" y="1389888"/>
            <a:ext cx="11887200" cy="2788920"/>
          </a:xfrm>
          <a:prstGeom prst="roundRect">
            <a:avLst>
              <a:gd name="adj" fmla="val 4918"/>
            </a:avLst>
          </a:prstGeom>
          <a:solidFill>
            <a:srgbClr val="E8F5E9"/>
          </a:solidFill>
          <a:ln w="1524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37160" y="1389888"/>
            <a:ext cx="1417320" cy="2788920"/>
          </a:xfrm>
          <a:prstGeom prst="roundRect">
            <a:avLst>
              <a:gd name="adj" fmla="val 9677"/>
            </a:avLst>
          </a:prstGeom>
          <a:solidFill>
            <a:srgbClr val="2E7D32"/>
          </a:solidFill>
          <a:ln/>
        </p:spPr>
      </p:sp>
      <p:sp>
        <p:nvSpPr>
          <p:cNvPr id="25" name="Shape 17"/>
          <p:cNvSpPr/>
          <p:nvPr/>
        </p:nvSpPr>
        <p:spPr>
          <a:xfrm>
            <a:off x="1280160" y="1389888"/>
            <a:ext cx="274320" cy="2788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18"/>
          <p:cNvSpPr/>
          <p:nvPr/>
        </p:nvSpPr>
        <p:spPr>
          <a:xfrm>
            <a:off x="182880" y="1389888"/>
            <a:ext cx="1325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 +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Pluggable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Agents)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1691640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5476" y="1536192"/>
            <a:ext cx="530352" cy="53035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46504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Engine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746504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 nodes</a:t>
            </a:r>
            <a:endParaRPr lang="en-US" sz="750" dirty="0"/>
          </a:p>
        </p:txBody>
      </p:sp>
      <p:sp>
        <p:nvSpPr>
          <p:cNvPr id="31" name="Shape 22"/>
          <p:cNvSpPr/>
          <p:nvPr/>
        </p:nvSpPr>
        <p:spPr>
          <a:xfrm>
            <a:off x="4279392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228" y="1536192"/>
            <a:ext cx="530352" cy="53035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334256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4334256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dense search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α-weighted fusion</a:t>
            </a:r>
            <a:endParaRPr lang="en-US" sz="750" dirty="0"/>
          </a:p>
        </p:txBody>
      </p:sp>
      <p:sp>
        <p:nvSpPr>
          <p:cNvPr id="35" name="Shape 25"/>
          <p:cNvSpPr/>
          <p:nvPr/>
        </p:nvSpPr>
        <p:spPr>
          <a:xfrm>
            <a:off x="6867144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980" y="1536192"/>
            <a:ext cx="530352" cy="53035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22008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Debate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922008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generation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DebateA/B adversarial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9454896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8732" y="1536192"/>
            <a:ext cx="530352" cy="53035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509760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+ NLI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9509760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BART-MNLI checks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 ≥ 0.8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re-retrieve</a:t>
            </a:r>
            <a:endParaRPr lang="en-US" sz="7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7952" y="2002536"/>
            <a:ext cx="182880" cy="91440"/>
          </a:xfrm>
          <a:prstGeom prst="rect">
            <a:avLst/>
          </a:prstGeom>
        </p:spPr>
      </p:pic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5704" y="2002536"/>
            <a:ext cx="182880" cy="91440"/>
          </a:xfrm>
          <a:prstGeom prst="rect">
            <a:avLst/>
          </a:prstGeom>
        </p:spPr>
      </p:pic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3456" y="2002536"/>
            <a:ext cx="182880" cy="9144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1691640" y="2706624"/>
            <a:ext cx="5325466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3080" y="2761488"/>
            <a:ext cx="384048" cy="38404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2221992" y="2779776"/>
            <a:ext cx="4731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100" dirty="0"/>
          </a:p>
        </p:txBody>
      </p:sp>
      <p:sp>
        <p:nvSpPr>
          <p:cNvPr id="49" name="Text 33"/>
          <p:cNvSpPr/>
          <p:nvPr/>
        </p:nvSpPr>
        <p:spPr>
          <a:xfrm>
            <a:off x="2221992" y="2980944"/>
            <a:ext cx="47311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 — toggle any agent via YAML config</a:t>
            </a:r>
            <a:endParaRPr lang="en-US" sz="800" dirty="0"/>
          </a:p>
        </p:txBody>
      </p:sp>
      <p:sp>
        <p:nvSpPr>
          <p:cNvPr id="50" name="Shape 34"/>
          <p:cNvSpPr/>
          <p:nvPr/>
        </p:nvSpPr>
        <p:spPr>
          <a:xfrm>
            <a:off x="1783080" y="3209544"/>
            <a:ext cx="2502713" cy="438912"/>
          </a:xfrm>
          <a:prstGeom prst="rect">
            <a:avLst/>
          </a:prstGeom>
          <a:solidFill>
            <a:srgbClr val="E3F2FD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51" name="Text 35"/>
          <p:cNvSpPr/>
          <p:nvPr/>
        </p:nvSpPr>
        <p:spPr>
          <a:xfrm>
            <a:off x="1837944" y="3236976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(4)</a:t>
            </a:r>
            <a:endParaRPr lang="en-US" sz="800" dirty="0"/>
          </a:p>
        </p:txBody>
      </p:sp>
      <p:sp>
        <p:nvSpPr>
          <p:cNvPr id="52" name="Text 36"/>
          <p:cNvSpPr/>
          <p:nvPr/>
        </p:nvSpPr>
        <p:spPr>
          <a:xfrm>
            <a:off x="1837944" y="3392424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DocProcessor, Preprocessor,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TopicModel</a:t>
            </a:r>
            <a:endParaRPr lang="en-US" sz="700" dirty="0"/>
          </a:p>
        </p:txBody>
      </p:sp>
      <p:sp>
        <p:nvSpPr>
          <p:cNvPr id="53" name="Shape 37"/>
          <p:cNvSpPr/>
          <p:nvPr/>
        </p:nvSpPr>
        <p:spPr>
          <a:xfrm>
            <a:off x="4395521" y="3209544"/>
            <a:ext cx="2502713" cy="438912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54" name="Text 38"/>
          <p:cNvSpPr/>
          <p:nvPr/>
        </p:nvSpPr>
        <p:spPr>
          <a:xfrm>
            <a:off x="4450385" y="3236976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(4)</a:t>
            </a:r>
            <a:endParaRPr lang="en-US" sz="800" dirty="0"/>
          </a:p>
        </p:txBody>
      </p:sp>
      <p:sp>
        <p:nvSpPr>
          <p:cNvPr id="55" name="Text 39"/>
          <p:cNvSpPr/>
          <p:nvPr/>
        </p:nvSpPr>
        <p:spPr>
          <a:xfrm>
            <a:off x="4450385" y="3392424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Retriever,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Reranker, Synthesizer</a:t>
            </a:r>
            <a:endParaRPr lang="en-US" sz="700" dirty="0"/>
          </a:p>
        </p:txBody>
      </p:sp>
      <p:sp>
        <p:nvSpPr>
          <p:cNvPr id="56" name="Shape 40"/>
          <p:cNvSpPr/>
          <p:nvPr/>
        </p:nvSpPr>
        <p:spPr>
          <a:xfrm>
            <a:off x="1783080" y="3721608"/>
            <a:ext cx="2502713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57F17"/>
            </a:solidFill>
            <a:prstDash val="solid"/>
          </a:ln>
        </p:spPr>
      </p:sp>
      <p:sp>
        <p:nvSpPr>
          <p:cNvPr id="57" name="Text 41"/>
          <p:cNvSpPr/>
          <p:nvPr/>
        </p:nvSpPr>
        <p:spPr>
          <a:xfrm>
            <a:off x="1837944" y="3749040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(4)</a:t>
            </a:r>
            <a:endParaRPr lang="en-US" sz="800" dirty="0"/>
          </a:p>
        </p:txBody>
      </p:sp>
      <p:sp>
        <p:nvSpPr>
          <p:cNvPr id="58" name="Text 42"/>
          <p:cNvSpPr/>
          <p:nvPr/>
        </p:nvSpPr>
        <p:spPr>
          <a:xfrm>
            <a:off x="1837944" y="3904488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DebateA/B, Verifier, NLI</a:t>
            </a:r>
            <a:endParaRPr lang="en-US" sz="700" dirty="0"/>
          </a:p>
        </p:txBody>
      </p:sp>
      <p:sp>
        <p:nvSpPr>
          <p:cNvPr id="59" name="Shape 43"/>
          <p:cNvSpPr/>
          <p:nvPr/>
        </p:nvSpPr>
        <p:spPr>
          <a:xfrm>
            <a:off x="4395521" y="3721608"/>
            <a:ext cx="2502713" cy="438912"/>
          </a:xfrm>
          <a:prstGeom prst="rect">
            <a:avLst/>
          </a:prstGeom>
          <a:solidFill>
            <a:srgbClr val="FFEBEE"/>
          </a:solidFill>
          <a:ln w="8890">
            <a:solidFill>
              <a:srgbClr val="C62828"/>
            </a:solidFill>
            <a:prstDash val="solid"/>
          </a:ln>
        </p:spPr>
      </p:sp>
      <p:sp>
        <p:nvSpPr>
          <p:cNvPr id="60" name="Text 44"/>
          <p:cNvSpPr/>
          <p:nvPr/>
        </p:nvSpPr>
        <p:spPr>
          <a:xfrm>
            <a:off x="4450385" y="3749040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(3)</a:t>
            </a:r>
            <a:endParaRPr lang="en-US" sz="800" dirty="0"/>
          </a:p>
        </p:txBody>
      </p:sp>
      <p:sp>
        <p:nvSpPr>
          <p:cNvPr id="61" name="Text 45"/>
          <p:cNvSpPr/>
          <p:nvPr/>
        </p:nvSpPr>
        <p:spPr>
          <a:xfrm>
            <a:off x="4450385" y="3904488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Evaluator, MultiLingual,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700" dirty="0"/>
          </a:p>
        </p:txBody>
      </p:sp>
      <p:sp>
        <p:nvSpPr>
          <p:cNvPr id="62" name="Shape 46"/>
          <p:cNvSpPr/>
          <p:nvPr/>
        </p:nvSpPr>
        <p:spPr>
          <a:xfrm>
            <a:off x="7126834" y="2706624"/>
            <a:ext cx="4806086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F9A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8274" y="2761488"/>
            <a:ext cx="457200" cy="4572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7721194" y="2779776"/>
            <a:ext cx="41202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Chain</a:t>
            </a:r>
            <a:endParaRPr lang="en-US" sz="1000" dirty="0"/>
          </a:p>
        </p:txBody>
      </p:sp>
      <p:sp>
        <p:nvSpPr>
          <p:cNvPr id="65" name="Text 48"/>
          <p:cNvSpPr/>
          <p:nvPr/>
        </p:nvSpPr>
        <p:spPr>
          <a:xfrm>
            <a:off x="7721194" y="2962656"/>
            <a:ext cx="41202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800" dirty="0"/>
          </a:p>
        </p:txBody>
      </p:sp>
      <p:sp>
        <p:nvSpPr>
          <p:cNvPr id="66" name="Shape 49"/>
          <p:cNvSpPr/>
          <p:nvPr/>
        </p:nvSpPr>
        <p:spPr>
          <a:xfrm>
            <a:off x="7199986" y="3255264"/>
            <a:ext cx="4659782" cy="2286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7" name="Text 50"/>
          <p:cNvSpPr/>
          <p:nvPr/>
        </p:nvSpPr>
        <p:spPr>
          <a:xfrm>
            <a:off x="7263994" y="326440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Groq (Free Tier)</a:t>
            </a:r>
            <a:endParaRPr lang="en-US" sz="850" dirty="0"/>
          </a:p>
        </p:txBody>
      </p:sp>
      <p:sp>
        <p:nvSpPr>
          <p:cNvPr id="68" name="Text 51"/>
          <p:cNvSpPr/>
          <p:nvPr/>
        </p:nvSpPr>
        <p:spPr>
          <a:xfrm>
            <a:off x="7263994" y="337413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~200 tok/s</a:t>
            </a:r>
            <a:endParaRPr lang="en-US" sz="70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5013" y="3465576"/>
            <a:ext cx="109728" cy="73152"/>
          </a:xfrm>
          <a:prstGeom prst="rect">
            <a:avLst/>
          </a:prstGeom>
        </p:spPr>
      </p:pic>
      <p:sp>
        <p:nvSpPr>
          <p:cNvPr id="70" name="Shape 52"/>
          <p:cNvSpPr/>
          <p:nvPr/>
        </p:nvSpPr>
        <p:spPr>
          <a:xfrm>
            <a:off x="7199986" y="3529584"/>
            <a:ext cx="4659782" cy="2286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1" name="Text 53"/>
          <p:cNvSpPr/>
          <p:nvPr/>
        </p:nvSpPr>
        <p:spPr>
          <a:xfrm>
            <a:off x="7263994" y="353872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Ollama (Mistral-7B)</a:t>
            </a:r>
            <a:endParaRPr lang="en-US" sz="850" dirty="0"/>
          </a:p>
        </p:txBody>
      </p:sp>
      <p:sp>
        <p:nvSpPr>
          <p:cNvPr id="72" name="Text 54"/>
          <p:cNvSpPr/>
          <p:nvPr/>
        </p:nvSpPr>
        <p:spPr>
          <a:xfrm>
            <a:off x="7263994" y="364845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API needed</a:t>
            </a:r>
            <a:endParaRPr lang="en-US" sz="700" dirty="0"/>
          </a:p>
        </p:txBody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75013" y="3739896"/>
            <a:ext cx="109728" cy="73152"/>
          </a:xfrm>
          <a:prstGeom prst="rect">
            <a:avLst/>
          </a:prstGeom>
        </p:spPr>
      </p:pic>
      <p:sp>
        <p:nvSpPr>
          <p:cNvPr id="74" name="Shape 55"/>
          <p:cNvSpPr/>
          <p:nvPr/>
        </p:nvSpPr>
        <p:spPr>
          <a:xfrm>
            <a:off x="7199986" y="3803904"/>
            <a:ext cx="4659782" cy="228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5" name="Text 56"/>
          <p:cNvSpPr/>
          <p:nvPr/>
        </p:nvSpPr>
        <p:spPr>
          <a:xfrm>
            <a:off x="7263994" y="381304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Flan-T5 (CPU)</a:t>
            </a:r>
            <a:endParaRPr lang="en-US" sz="850" dirty="0"/>
          </a:p>
        </p:txBody>
      </p:sp>
      <p:sp>
        <p:nvSpPr>
          <p:cNvPr id="76" name="Text 57"/>
          <p:cNvSpPr/>
          <p:nvPr/>
        </p:nvSpPr>
        <p:spPr>
          <a:xfrm>
            <a:off x="7263994" y="392277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700" dirty="0"/>
          </a:p>
        </p:txBody>
      </p:sp>
      <p:sp>
        <p:nvSpPr>
          <p:cNvPr id="77" name="Shape 58"/>
          <p:cNvSpPr/>
          <p:nvPr/>
        </p:nvSpPr>
        <p:spPr>
          <a:xfrm>
            <a:off x="7199986" y="3895344"/>
            <a:ext cx="4659782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8" name="Text 59"/>
          <p:cNvSpPr/>
          <p:nvPr/>
        </p:nvSpPr>
        <p:spPr>
          <a:xfrm>
            <a:off x="7263994" y="3895344"/>
            <a:ext cx="4531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Queue — streams via WebSocket</a:t>
            </a:r>
            <a:endParaRPr lang="en-US" sz="750" dirty="0"/>
          </a:p>
        </p:txBody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88152" y="4197096"/>
            <a:ext cx="182880" cy="228600"/>
          </a:xfrm>
          <a:prstGeom prst="rect">
            <a:avLst/>
          </a:prstGeom>
        </p:spPr>
      </p:pic>
      <p:sp>
        <p:nvSpPr>
          <p:cNvPr id="80" name="Shape 60"/>
          <p:cNvSpPr/>
          <p:nvPr/>
        </p:nvSpPr>
        <p:spPr>
          <a:xfrm>
            <a:off x="137160" y="4434840"/>
            <a:ext cx="11887200" cy="502920"/>
          </a:xfrm>
          <a:prstGeom prst="roundRect">
            <a:avLst>
              <a:gd name="adj" fmla="val 18182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61"/>
          <p:cNvSpPr/>
          <p:nvPr/>
        </p:nvSpPr>
        <p:spPr>
          <a:xfrm>
            <a:off x="137160" y="44348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EF6C00"/>
          </a:solidFill>
          <a:ln/>
        </p:spPr>
      </p:sp>
      <p:sp>
        <p:nvSpPr>
          <p:cNvPr id="82" name="Shape 62"/>
          <p:cNvSpPr/>
          <p:nvPr/>
        </p:nvSpPr>
        <p:spPr>
          <a:xfrm>
            <a:off x="1325880" y="4434840"/>
            <a:ext cx="228600" cy="5029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83" name="Text 63"/>
          <p:cNvSpPr/>
          <p:nvPr/>
        </p:nvSpPr>
        <p:spPr>
          <a:xfrm>
            <a:off x="182880" y="4434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Caching Layer</a:t>
            </a:r>
            <a:endParaRPr lang="en-US" sz="1100" dirty="0"/>
          </a:p>
        </p:txBody>
      </p:sp>
      <p:pic>
        <p:nvPicPr>
          <p:cNvPr id="8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28800" y="4471416"/>
            <a:ext cx="420624" cy="420624"/>
          </a:xfrm>
          <a:prstGeom prst="rect">
            <a:avLst/>
          </a:prstGeom>
        </p:spPr>
      </p:pic>
      <p:sp>
        <p:nvSpPr>
          <p:cNvPr id="85" name="Text 64"/>
          <p:cNvSpPr/>
          <p:nvPr/>
        </p:nvSpPr>
        <p:spPr>
          <a:xfrm>
            <a:off x="2313432" y="4434840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Query result caching &amp; session management</a:t>
            </a:r>
            <a:endParaRPr lang="en-US" sz="1000" dirty="0"/>
          </a:p>
        </p:txBody>
      </p:sp>
      <p:pic>
        <p:nvPicPr>
          <p:cNvPr id="8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88152" y="4956048"/>
            <a:ext cx="182880" cy="228600"/>
          </a:xfrm>
          <a:prstGeom prst="rect">
            <a:avLst/>
          </a:prstGeom>
        </p:spPr>
      </p:pic>
      <p:sp>
        <p:nvSpPr>
          <p:cNvPr id="87" name="Shape 65"/>
          <p:cNvSpPr/>
          <p:nvPr/>
        </p:nvSpPr>
        <p:spPr>
          <a:xfrm>
            <a:off x="137160" y="5193792"/>
            <a:ext cx="11887200" cy="1600200"/>
          </a:xfrm>
          <a:prstGeom prst="roundRect">
            <a:avLst>
              <a:gd name="adj" fmla="val 8571"/>
            </a:avLst>
          </a:prstGeom>
          <a:solidFill>
            <a:srgbClr val="F3E5F5"/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8" name="Shape 66"/>
          <p:cNvSpPr/>
          <p:nvPr/>
        </p:nvSpPr>
        <p:spPr>
          <a:xfrm>
            <a:off x="137160" y="5193792"/>
            <a:ext cx="1417320" cy="1600200"/>
          </a:xfrm>
          <a:prstGeom prst="roundRect">
            <a:avLst>
              <a:gd name="adj" fmla="val 9677"/>
            </a:avLst>
          </a:prstGeom>
          <a:solidFill>
            <a:srgbClr val="7B1FA2"/>
          </a:solidFill>
          <a:ln/>
        </p:spPr>
      </p:sp>
      <p:sp>
        <p:nvSpPr>
          <p:cNvPr id="89" name="Shape 67"/>
          <p:cNvSpPr/>
          <p:nvPr/>
        </p:nvSpPr>
        <p:spPr>
          <a:xfrm>
            <a:off x="1280160" y="5193792"/>
            <a:ext cx="274320" cy="1600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90" name="Text 68"/>
          <p:cNvSpPr/>
          <p:nvPr/>
        </p:nvSpPr>
        <p:spPr>
          <a:xfrm>
            <a:off x="182880" y="5193792"/>
            <a:ext cx="1325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</a:t>
            </a:r>
            <a:endParaRPr lang="en-US" sz="140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09928" y="5330952"/>
            <a:ext cx="594360" cy="594360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1673352" y="5943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Vectors)</a:t>
            </a:r>
            <a:endParaRPr lang="en-US" sz="850" dirty="0"/>
          </a:p>
        </p:txBody>
      </p:sp>
      <p:pic>
        <p:nvPicPr>
          <p:cNvPr id="9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68880" y="5330952"/>
            <a:ext cx="594360" cy="594360"/>
          </a:xfrm>
          <a:prstGeom prst="rect">
            <a:avLst/>
          </a:prstGeom>
        </p:spPr>
      </p:pic>
      <p:sp>
        <p:nvSpPr>
          <p:cNvPr id="94" name="Text 70"/>
          <p:cNvSpPr/>
          <p:nvPr/>
        </p:nvSpPr>
        <p:spPr>
          <a:xfrm>
            <a:off x="2404872" y="5943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(Sparse Tokens)</a:t>
            </a:r>
            <a:endParaRPr lang="en-US" sz="850" dirty="0"/>
          </a:p>
        </p:txBody>
      </p:sp>
      <p:sp>
        <p:nvSpPr>
          <p:cNvPr id="95" name="Shape 71"/>
          <p:cNvSpPr/>
          <p:nvPr/>
        </p:nvSpPr>
        <p:spPr>
          <a:xfrm>
            <a:off x="356616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96" name="Shape 72"/>
          <p:cNvSpPr/>
          <p:nvPr/>
        </p:nvSpPr>
        <p:spPr>
          <a:xfrm>
            <a:off x="356616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97" name="Text 73"/>
          <p:cNvSpPr/>
          <p:nvPr/>
        </p:nvSpPr>
        <p:spPr>
          <a:xfrm>
            <a:off x="363931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8" name="Text 74"/>
          <p:cNvSpPr/>
          <p:nvPr/>
        </p:nvSpPr>
        <p:spPr>
          <a:xfrm>
            <a:off x="365760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 (PK)</a:t>
            </a:r>
            <a:endParaRPr lang="en-US" sz="800" dirty="0"/>
          </a:p>
        </p:txBody>
      </p:sp>
      <p:sp>
        <p:nvSpPr>
          <p:cNvPr id="99" name="Shape 75"/>
          <p:cNvSpPr/>
          <p:nvPr/>
        </p:nvSpPr>
        <p:spPr>
          <a:xfrm>
            <a:off x="356616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0" name="Text 76"/>
          <p:cNvSpPr/>
          <p:nvPr/>
        </p:nvSpPr>
        <p:spPr>
          <a:xfrm>
            <a:off x="365760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800" dirty="0"/>
          </a:p>
        </p:txBody>
      </p:sp>
      <p:sp>
        <p:nvSpPr>
          <p:cNvPr id="101" name="Shape 77"/>
          <p:cNvSpPr/>
          <p:nvPr/>
        </p:nvSpPr>
        <p:spPr>
          <a:xfrm>
            <a:off x="356616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2" name="Text 78"/>
          <p:cNvSpPr/>
          <p:nvPr/>
        </p:nvSpPr>
        <p:spPr>
          <a:xfrm>
            <a:off x="365760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source_org</a:t>
            </a:r>
            <a:endParaRPr lang="en-US" sz="800" dirty="0"/>
          </a:p>
        </p:txBody>
      </p:sp>
      <p:sp>
        <p:nvSpPr>
          <p:cNvPr id="103" name="Shape 79"/>
          <p:cNvSpPr/>
          <p:nvPr/>
        </p:nvSpPr>
        <p:spPr>
          <a:xfrm>
            <a:off x="356616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4" name="Text 80"/>
          <p:cNvSpPr/>
          <p:nvPr/>
        </p:nvSpPr>
        <p:spPr>
          <a:xfrm>
            <a:off x="365760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page_count</a:t>
            </a:r>
            <a:endParaRPr lang="en-US" sz="800" dirty="0"/>
          </a:p>
        </p:txBody>
      </p:sp>
      <p:sp>
        <p:nvSpPr>
          <p:cNvPr id="105" name="Shape 81"/>
          <p:cNvSpPr/>
          <p:nvPr/>
        </p:nvSpPr>
        <p:spPr>
          <a:xfrm>
            <a:off x="635508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106" name="Shape 82"/>
          <p:cNvSpPr/>
          <p:nvPr/>
        </p:nvSpPr>
        <p:spPr>
          <a:xfrm>
            <a:off x="635508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107" name="Text 83"/>
          <p:cNvSpPr/>
          <p:nvPr/>
        </p:nvSpPr>
        <p:spPr>
          <a:xfrm>
            <a:off x="642823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00" dirty="0"/>
          </a:p>
        </p:txBody>
      </p:sp>
      <p:sp>
        <p:nvSpPr>
          <p:cNvPr id="108" name="Text 84"/>
          <p:cNvSpPr/>
          <p:nvPr/>
        </p:nvSpPr>
        <p:spPr>
          <a:xfrm>
            <a:off x="644652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chunk_id  (PK)</a:t>
            </a:r>
            <a:endParaRPr lang="en-US" sz="800" dirty="0"/>
          </a:p>
        </p:txBody>
      </p:sp>
      <p:sp>
        <p:nvSpPr>
          <p:cNvPr id="109" name="Shape 85"/>
          <p:cNvSpPr/>
          <p:nvPr/>
        </p:nvSpPr>
        <p:spPr>
          <a:xfrm>
            <a:off x="635508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0" name="Text 86"/>
          <p:cNvSpPr/>
          <p:nvPr/>
        </p:nvSpPr>
        <p:spPr>
          <a:xfrm>
            <a:off x="644652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 (FK → documents)</a:t>
            </a:r>
            <a:endParaRPr lang="en-US" sz="800" dirty="0"/>
          </a:p>
        </p:txBody>
      </p:sp>
      <p:sp>
        <p:nvSpPr>
          <p:cNvPr id="111" name="Shape 87"/>
          <p:cNvSpPr/>
          <p:nvPr/>
        </p:nvSpPr>
        <p:spPr>
          <a:xfrm>
            <a:off x="635508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2" name="Text 88"/>
          <p:cNvSpPr/>
          <p:nvPr/>
        </p:nvSpPr>
        <p:spPr>
          <a:xfrm>
            <a:off x="644652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text_content</a:t>
            </a:r>
            <a:endParaRPr lang="en-US" sz="800" dirty="0"/>
          </a:p>
        </p:txBody>
      </p:sp>
      <p:sp>
        <p:nvSpPr>
          <p:cNvPr id="113" name="Shape 89"/>
          <p:cNvSpPr/>
          <p:nvPr/>
        </p:nvSpPr>
        <p:spPr>
          <a:xfrm>
            <a:off x="635508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4" name="Text 90"/>
          <p:cNvSpPr/>
          <p:nvPr/>
        </p:nvSpPr>
        <p:spPr>
          <a:xfrm>
            <a:off x="644652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 (384-dim)</a:t>
            </a:r>
            <a:endParaRPr lang="en-US" sz="800" dirty="0"/>
          </a:p>
        </p:txBody>
      </p:sp>
      <p:sp>
        <p:nvSpPr>
          <p:cNvPr id="115" name="Shape 91"/>
          <p:cNvSpPr/>
          <p:nvPr/>
        </p:nvSpPr>
        <p:spPr>
          <a:xfrm>
            <a:off x="914400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116" name="Shape 92"/>
          <p:cNvSpPr/>
          <p:nvPr/>
        </p:nvSpPr>
        <p:spPr>
          <a:xfrm>
            <a:off x="914400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</p:sp>
      <p:sp>
        <p:nvSpPr>
          <p:cNvPr id="117" name="Text 93"/>
          <p:cNvSpPr/>
          <p:nvPr/>
        </p:nvSpPr>
        <p:spPr>
          <a:xfrm>
            <a:off x="921715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query_logs</a:t>
            </a:r>
            <a:endParaRPr lang="en-US" sz="900" dirty="0"/>
          </a:p>
        </p:txBody>
      </p:sp>
      <p:sp>
        <p:nvSpPr>
          <p:cNvPr id="118" name="Text 94"/>
          <p:cNvSpPr/>
          <p:nvPr/>
        </p:nvSpPr>
        <p:spPr>
          <a:xfrm>
            <a:off x="923544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query_id  (PK)</a:t>
            </a:r>
            <a:endParaRPr lang="en-US" sz="800" dirty="0"/>
          </a:p>
        </p:txBody>
      </p:sp>
      <p:sp>
        <p:nvSpPr>
          <p:cNvPr id="119" name="Shape 95"/>
          <p:cNvSpPr/>
          <p:nvPr/>
        </p:nvSpPr>
        <p:spPr>
          <a:xfrm>
            <a:off x="914400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0" name="Text 96"/>
          <p:cNvSpPr/>
          <p:nvPr/>
        </p:nvSpPr>
        <p:spPr>
          <a:xfrm>
            <a:off x="923544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21" name="Shape 97"/>
          <p:cNvSpPr/>
          <p:nvPr/>
        </p:nvSpPr>
        <p:spPr>
          <a:xfrm>
            <a:off x="914400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2" name="Text 98"/>
          <p:cNvSpPr/>
          <p:nvPr/>
        </p:nvSpPr>
        <p:spPr>
          <a:xfrm>
            <a:off x="923544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800" dirty="0"/>
          </a:p>
        </p:txBody>
      </p:sp>
      <p:sp>
        <p:nvSpPr>
          <p:cNvPr id="123" name="Shape 99"/>
          <p:cNvSpPr/>
          <p:nvPr/>
        </p:nvSpPr>
        <p:spPr>
          <a:xfrm>
            <a:off x="914400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4" name="Text 100"/>
          <p:cNvSpPr/>
          <p:nvPr/>
        </p:nvSpPr>
        <p:spPr>
          <a:xfrm>
            <a:off x="923544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confidence_score</a:t>
            </a:r>
            <a:endParaRPr lang="en-US" sz="800" dirty="0"/>
          </a:p>
        </p:txBody>
      </p:sp>
      <p:pic>
        <p:nvPicPr>
          <p:cNvPr id="1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6752" y="5724144"/>
            <a:ext cx="347472" cy="137160"/>
          </a:xfrm>
          <a:prstGeom prst="rect">
            <a:avLst/>
          </a:prstGeom>
        </p:spPr>
      </p:pic>
      <p:pic>
        <p:nvPicPr>
          <p:cNvPr id="12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3960" y="5724144"/>
            <a:ext cx="347472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 Architecture</dc:title>
  <dc:subject>PptxGenJS Presentation</dc:subject>
  <dc:creator>Sarvesh Mokal</dc:creator>
  <cp:lastModifiedBy>Sarvesh Mokal</cp:lastModifiedBy>
  <cp:revision>1</cp:revision>
  <dcterms:created xsi:type="dcterms:W3CDTF">2026-04-12T12:36:19Z</dcterms:created>
  <dcterms:modified xsi:type="dcterms:W3CDTF">2026-04-12T12:36:19Z</dcterms:modified>
</cp:coreProperties>
</file>